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71" r:id="rId15"/>
    <p:sldId id="267" r:id="rId4"/>
    <p:sldId id="272" r:id="rId16"/>
    <p:sldId id="268" r:id="rId5"/>
    <p:sldId id="269" r:id="rId6"/>
    <p:sldId id="273" r:id="rId17"/>
    <p:sldId id="27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is taken as Harsh Jain, the first listed student and requester. Category 2 is inferred from the supplied Class 10 example and the Class 12 team. School prefix PP follows the Pitampura unit naming used in student email addresses; verify portal conventions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anishqagg-dev/nivra-vision-lab" TargetMode="External"/><Relationship Id="rId4" Type="http://schemas.openxmlformats.org/officeDocument/2006/relationships/hyperlink" Target="https://www.who.int/westernpacific/publications/i/item/9789240047136" TargetMode="External"/><Relationship Id="rId5" Type="http://schemas.openxmlformats.org/officeDocument/2006/relationships/hyperlink" Target="https://developers.google.com/edge/mediapipe/solutions/vision/pose_landmarker/web_js" TargetMode="External"/><Relationship Id="rId6" Type="http://schemas.openxmlformats.org/officeDocument/2006/relationships/hyperlink" Target="https://dsel.education.gov.in/sites/default/files/guidelines/guidelines_sss.pdf" TargetMode="External"/><Relationship Id="rId7" Type="http://schemas.openxmlformats.org/officeDocument/2006/relationships/hyperlink" Target="https://www.axis.com/products/axis-object-analytics" TargetMode="External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who.int/westernpacific/publications/i/item/9789240047136" TargetMode="Externa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3000" b="1">
                <a:solidFill>
                  <a:srgbClr val="222760"/>
                </a:solidFill>
                <a:latin typeface="Georgia"/>
              </a:defRPr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60120" y="3507377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120640" y="350737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CCTV can miss warning signs before an incident escalates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82980" y="3951514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120640" y="3951514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>
              <a:spcAft>
                <a:spcPts val="600"/>
              </a:spcAft>
              <a:defRPr sz="1650" b="0">
                <a:solidFill>
                  <a:srgbClr val="222760"/>
                </a:solidFill>
                <a:latin typeface="Arial"/>
              </a:defRPr>
            </a:pPr>
            <a:r>
              <a:t>T3 | AI for Good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60120" y="4411510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74920" y="4395650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Team Damage Control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60120" y="483325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74920" y="485564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Harsh Jain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82980" y="528159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06340" y="5265731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Bal Bharati Public School, Pitampura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F545EEE-08D4-E73D-9D2C-7AF41F9F1CA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rgbClr val="002060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1005840" y="568576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06340" y="5640199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5 students (excluding mentor)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Category: Cat2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</a:pPr>
            <a:r>
              <a:t>Spot warning signs. Help staff respond sooner.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Your Idea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 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Resolution :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chool-corridor-natural.png"/>
          <p:cNvPicPr>
            <a:picLocks noChangeAspect="1"/>
          </p:cNvPicPr>
          <p:nvPr/>
        </p:nvPicPr>
        <p:blipFill>
          <a:blip r:embed="rId4"/>
          <a:srcRect t="14531" b="14531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operator-review-natural.png"/>
          <p:cNvPicPr>
            <a:picLocks noChangeAspect="1"/>
          </p:cNvPicPr>
          <p:nvPr/>
        </p:nvPicPr>
        <p:blipFill>
          <a:blip r:embed="rId5"/>
          <a:srcRect t="14531" b="14531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A camera can record a fight.</a:t>
            </a:r>
          </a:p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Who notices it starting?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Staff cannot watch every feed at once.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A developing incident can go unnoticed.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NIVRA draws attention</a:t>
            </a:r>
          </a:p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to moments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It flags concerning movement.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• A member of staff reviews the alert.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Illustrative AI-generated scenes. The proposed CCTV response system is still under development.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TECHNICAL APPROACH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Video is processed on the device.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No footage is uploaded or recorded by the app.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Temporary tracks clear when the session ends.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200" b="1">
                <a:solidFill>
                  <a:srgbClr val="14251D"/>
                </a:solidFill>
                <a:latin typeface="Arial"/>
              </a:defRPr>
            </a:pPr>
            <a:r>
              <a:t>NIVRA / BROWSER PROTOTYPE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Runs in a browser on a laptop or phone.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Uses camera input or a local video file.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Start with one supervised school trial before connecting more cameras.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Sports and play can trigger reviews.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Occlusion or weak devices reduce coverage.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Require human review; test positive and quiet clips.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Use Lite / CPU fallback; show visibility and runtime state.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Help staff notice a developing incident and decide when to step in.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Build on existing cameras where possible, reducing the need for new equipment.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Reuse suitable devices and extend their working life.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For staff: fewer feeds to search when an alert appears.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For schools: a practical way to trial earlier incident review.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Next step: measure missed events, false alerts and review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Expected benefits. Safety outcomes, costs and environmental savings have not yet been measured.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  <a:defRPr sz="750" b="0">
                <a:solidFill>
                  <a:srgbClr val="222760"/>
                </a:solidFill>
                <a:latin typeface="Arial"/>
              </a:defRPr>
            </a:pPr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48640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Research and References</a:t>
            </a:r>
            <a:endParaRPr lang="en-US" sz="3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IMPLEMENTED IN THE REPOSITORY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8734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Technology Stack</a:t>
            </a:r>
            <a:endParaRPr lang="en-US" sz="3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EVIDENCE AND SOURCES</a:t>
            </a:r>
            <a:endParaRPr lang="en-US" sz="1200" dirty="0"/>
          </a:p>
        </p:txBody>
      </p:sp>
      <p:sp>
        <p:nvSpPr>
          <p:cNvPr id="220" name="TextBox 219"/>
          <p:cNvSpPr txBox="1"/>
          <p:nvPr/>
        </p:nvSpPr>
        <p:spPr>
          <a:xfrm>
            <a:off x="819150" y="22288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3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5146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9146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4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2004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6004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5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8862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42862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6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5720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9720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7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52578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2383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5527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9241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2385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6099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9243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42957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6101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9815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52959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Data: bundled exercise fixture + scripted observations; representative safety evaluation remains to be done.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348791" y="708725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Team Member Details </a:t>
            </a:r>
            <a:endParaRPr dirty="0">
              <a:latin typeface="Garamond" panose="020204040303010108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/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Student’s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Mentor Details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Important Pointers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latin typeface="Garamond" panose="02020404030301010803" pitchFamily="18" charset="0"/>
              </a:rPr>
              <a:t>Please ensure below pointers are met while  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821579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Kindly keep the maximum slides limit to 10 pages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Topics should be utilized for description of your idea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Try to avoid paragraphs and post your idea in points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Keep your explanation precisely and easy to understand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Idea should be noble . 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You need to save the file in PDF and upload the same on portal. No PPT, Word Doc or any other format will be supported</a:t>
            </a:r>
            <a:endParaRPr sz="2400" dirty="0">
              <a:latin typeface="Garamond" panose="02020404030301010803" pitchFamily="18" charset="0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850" b="1">
                <a:solidFill>
                  <a:srgbClr val="222760"/>
                </a:solidFill>
                <a:latin typeface="Georgia"/>
              </a:defRPr>
            </a:pPr>
            <a:r>
              <a:t>Your Idea | Visible signals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TRIGGERS A REVIEW?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A PERSON MAKES THE CALL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ourtyard-motion-natural.png"/>
          <p:cNvPicPr>
            <a:picLocks noChangeAspect="1"/>
          </p:cNvPicPr>
          <p:nvPr/>
        </p:nvPicPr>
        <p:blipFill>
          <a:blip r:embed="rId3"/>
          <a:srcRect t="12842" b="12842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Movement needs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Repeated, directed arm movements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The distance between people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Several signals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01 / Notice the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NIVRA highlights a pattern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02 / Look at the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Staff assess what is actually happening.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03 / Decide what 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Dismiss it, keep watching, or arrange help.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Experimental motion rules; sports, play, occlusion and camera angle can produce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550" b="1">
                <a:solidFill>
                  <a:srgbClr val="222760"/>
                </a:solidFill>
                <a:latin typeface="Georgia"/>
              </a:defRPr>
            </a:pPr>
            <a:r>
              <a:t>TECHNICAL APPROACH | Demo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1. Choose camera, video or test scenario.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2. Inspect skeletons and review reasons.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operator-review-natural.png"/>
          <p:cNvPicPr>
            <a:picLocks noChangeAspect="1"/>
          </p:cNvPicPr>
          <p:nvPr/>
        </p:nvPicPr>
        <p:blipFill>
          <a:blip r:embed="rId3"/>
          <a:srcRect t="15147" b="15147"/>
          <a:stretch>
            <a:fillRect/>
          </a:stretch>
        </p:blipFill>
        <p:spPr>
          <a:xfrm>
            <a:off x="5219700" y="2038350"/>
            <a:ext cx="6191250" cy="2428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610100"/>
            <a:ext cx="6105525" cy="428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5124450"/>
            <a:ext cx="6076950" cy="8382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Connect cameras across a site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Replay the previous 8 seconds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Help staff contact an available responder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Planned features, not current capabilities. Generated illustration; current app uses an 8-second alert cooldown.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Impact and Benefits | Why it matters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725" b="0">
                <a:solidFill>
                  <a:srgbClr val="46534C"/>
                </a:solidFill>
                <a:latin typeface="Arial"/>
              </a:defRPr>
            </a:pPr>
            <a:r>
              <a:t>Our focus is narrower: help staff notice a developing incident sooner.</a:t>
            </a:r>
            <a:endParaRPr lang="en-US" sz="1300" dirty="0"/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Test whether alerts are useful, timely and easy to review.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These global figures describe the problem; they do not prove NIVRA works.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975" y="6296025"/>
            <a:ext cx="106680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rPr>
                <a:hlinkClick r:id="rId3"/>
              </a:rPr>
              <a:t>Source: WHO, Preventing injuries and violence (2022), 2019 estimates.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Franklin Gothic</vt:lpstr>
      <vt:lpstr>Garamond</vt:lpstr>
      <vt:lpstr>Libre Franklin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  <vt:lpstr>Important Pointers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 4</cp:lastModifiedBy>
  <cp:revision>6</cp:revision>
  <dcterms:created xsi:type="dcterms:W3CDTF">2026-08-17T04:57:11Z</dcterms:created>
  <dcterms:modified xsi:type="dcterms:W3CDTF">2026-08-19T09:42:38Z</dcterms:modified>
</cp:coreProperties>
</file>